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ec3dd4dee047c8" /><Relationship Type="http://schemas.openxmlformats.org/officeDocument/2006/relationships/extended-properties" Target="/docProps/app.xml" Id="R7f8e055628184771" /><Relationship Type="http://schemas.openxmlformats.org/officeDocument/2006/relationships/officeDocument" Target="/ppt/presentation.xml" Id="R16b0c0936e8d40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948dd8ac5547c9"/>
  </p:sldMasterIdLst>
  <p:notesMasterIdLst>
    <p:notesMasterId xmlns:r="http://schemas.openxmlformats.org/officeDocument/2006/relationships" r:id="R18cf5d648a0846fc"/>
  </p:notesMasterIdLst>
  <p:sldIdLst>
    <p:sldId xmlns:r="http://schemas.openxmlformats.org/officeDocument/2006/relationships" id="256" r:id="R3efae70e90844c02"/>
    <p:sldId xmlns:r="http://schemas.openxmlformats.org/officeDocument/2006/relationships" id="257" r:id="Rab4e34958c6341a1"/>
    <p:sldId xmlns:r="http://schemas.openxmlformats.org/officeDocument/2006/relationships" id="258" r:id="Rf184f4f5aa414b89"/>
    <p:sldId xmlns:r="http://schemas.openxmlformats.org/officeDocument/2006/relationships" id="259" r:id="Re4141e1886864b1a"/>
    <p:sldId xmlns:r="http://schemas.openxmlformats.org/officeDocument/2006/relationships" id="260" r:id="R0441166115094c05"/>
    <p:sldId xmlns:r="http://schemas.openxmlformats.org/officeDocument/2006/relationships" id="261" r:id="Rb843568d99f14196"/>
    <p:sldId xmlns:r="http://schemas.openxmlformats.org/officeDocument/2006/relationships" id="262" r:id="Rc66c8fae1f634b66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be588f70cf4b83" /><Relationship Type="http://schemas.openxmlformats.org/officeDocument/2006/relationships/slideMaster" Target="/ppt/slideMasters/slideMaster1.xml" Id="R5e948dd8ac5547c9" /><Relationship Type="http://schemas.openxmlformats.org/officeDocument/2006/relationships/notesMaster" Target="/ppt/notesMasters/notesMaster1.xml" Id="R18cf5d648a0846fc" /><Relationship Type="http://schemas.openxmlformats.org/officeDocument/2006/relationships/presProps" Target="/ppt/presProps.xml" Id="R0a187832dc69450c" /><Relationship Type="http://schemas.openxmlformats.org/officeDocument/2006/relationships/tableStyles" Target="/ppt/tableStyles.xml" Id="R8faefaf849434a1c" /><Relationship Type="http://schemas.openxmlformats.org/officeDocument/2006/relationships/slide" Target="/ppt/slides/slide1.xml" Id="R3efae70e90844c02" /><Relationship Type="http://schemas.openxmlformats.org/officeDocument/2006/relationships/slide" Target="/ppt/slides/slide2.xml" Id="Rab4e34958c6341a1" /><Relationship Type="http://schemas.openxmlformats.org/officeDocument/2006/relationships/slide" Target="/ppt/slides/slide3.xml" Id="Rf184f4f5aa414b89" /><Relationship Type="http://schemas.openxmlformats.org/officeDocument/2006/relationships/slide" Target="/ppt/slides/slide4.xml" Id="Re4141e1886864b1a" /><Relationship Type="http://schemas.openxmlformats.org/officeDocument/2006/relationships/slide" Target="/ppt/slides/slide5.xml" Id="R0441166115094c05" /><Relationship Type="http://schemas.openxmlformats.org/officeDocument/2006/relationships/slide" Target="/ppt/slides/slide6.xml" Id="Rb843568d99f14196" /><Relationship Type="http://schemas.openxmlformats.org/officeDocument/2006/relationships/slide" Target="/ppt/slides/slide7.xml" Id="Rc66c8fae1f634b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305d29faba4f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1ad891e04c416c" /><Relationship Type="http://schemas.openxmlformats.org/officeDocument/2006/relationships/notesMaster" Target="/ppt/notesMasters/notesMaster1.xml" Id="R64994bc14fb244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6c9f113f724d5f" /><Relationship Type="http://schemas.openxmlformats.org/officeDocument/2006/relationships/notesMaster" Target="/ppt/notesMasters/notesMaster1.xml" Id="R75fd3b777b8e45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634f059e7d4fd0" /><Relationship Type="http://schemas.openxmlformats.org/officeDocument/2006/relationships/notesMaster" Target="/ppt/notesMasters/notesMaster1.xml" Id="R97755eb519464b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2a3a18829a44cc" /><Relationship Type="http://schemas.openxmlformats.org/officeDocument/2006/relationships/notesMaster" Target="/ppt/notesMasters/notesMaster1.xml" Id="Rdb9a947cd75c4f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5801447abd4cff" /><Relationship Type="http://schemas.openxmlformats.org/officeDocument/2006/relationships/notesMaster" Target="/ppt/notesMasters/notesMaster1.xml" Id="R410275d963514f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9afa1823804030" /><Relationship Type="http://schemas.openxmlformats.org/officeDocument/2006/relationships/notesMaster" Target="/ppt/notesMasters/notesMaster1.xml" Id="R65316cc4a7a64f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0530dd675a48d9" /><Relationship Type="http://schemas.openxmlformats.org/officeDocument/2006/relationships/notesMaster" Target="/ppt/notesMasters/notesMaster1.xml" Id="R5c78d23c9e0e48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Define program state as information the program remembers now and can use later.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Sort examples into changing state and fixed configuration. A variable is state only when its current value matters to future behaviour or display.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9 minutes. Trace frame-driven state: draw(), update, render, next frame. Use a class field so the value persists instead of resetting on every call.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 minutes. Trace event-driven state: an event changes a field; later draw() reads it. The event does not need to draw the entire scene itself.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Compare continuous and discrete updates. Both change state; they differ in what triggers the change.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13 minutes. Students identify and annotate all state in the starter, then add one new field whose value persists across frames.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explain why a local initialized inside draw() is usually poor state.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2df159dc4402e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900bb560cb4e4f" /><Relationship Type="http://schemas.openxmlformats.org/officeDocument/2006/relationships/slideLayout" Target="/ppt/slideLayouts/slideLayout1.xml" Id="R376cbf23417a462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6cbf23417a462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8ada4dc7d432e" /><Relationship Type="http://schemas.openxmlformats.org/officeDocument/2006/relationships/notesSlide" Target="/ppt/notesSlides/notesSlide1.xml" Id="Rbc18918e21f042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424b4c41d4807" /><Relationship Type="http://schemas.openxmlformats.org/officeDocument/2006/relationships/notesSlide" Target="/ppt/notesSlides/notesSlide2.xml" Id="R5a91a1547c9b40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49bdca84f43e6" /><Relationship Type="http://schemas.openxmlformats.org/officeDocument/2006/relationships/notesSlide" Target="/ppt/notesSlides/notesSlide3.xml" Id="R07a91621da4d45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8269a3ae44c64" /><Relationship Type="http://schemas.openxmlformats.org/officeDocument/2006/relationships/notesSlide" Target="/ppt/notesSlides/notesSlide4.xml" Id="Rfb7fa22226d548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ce349092a4c59" /><Relationship Type="http://schemas.openxmlformats.org/officeDocument/2006/relationships/notesSlide" Target="/ppt/notesSlides/notesSlide5.xml" Id="Re8f2f895ef1a46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d955e85cf4eb5" /><Relationship Type="http://schemas.openxmlformats.org/officeDocument/2006/relationships/notesSlide" Target="/ppt/notesSlides/notesSlide6.xml" Id="R7add5f160af44c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e191c1c614441" /><Relationship Type="http://schemas.openxmlformats.org/officeDocument/2006/relationships/notesSlide" Target="/ppt/notesSlides/notesSlide7.xml" Id="R7fa26211d42f40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9A01AEB8-15CD-4203-B04A-6B8D4693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B3.2  ·  Interactivity &amp; State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0164A83E-7F43-44DA-AC74-FC854B7C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10515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Program State: What It Is, How It's Updated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9957E429-94F3-454E-A19C-41335E38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98755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Naming a concept you've already used, then updating it three different ways.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47956C77-8DC5-4EC4-B148-4F0758BA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0EB40CB4-0ED8-42F7-BA40-B4C7D5CC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1070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3840EE7E-FBA0-43DD-A2B9-CCEE99FA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Is Program State?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4A535B7F-A32E-49D7-A559-E75A63CD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 concept, not a syntax rule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A34F3276-9EB8-48CB-9F2C-F86BC8DD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38C100D2-649B-4BB1-86FC-178C4B0C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663750A9-CC1B-4076-8A8E-91A7CEC4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92024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B2F3E01E-B974-4D37-93FC-D83C64AC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The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CF87C4A-776B-4FEE-8B39-C10236F2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0552"/>
            <a:ext cx="10607040" cy="1252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Program state is information the program remembers that can change over time and affect what the program does. That's the concept — it's about MEANING, not about where a line of code happens to sit.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3E1D1B37-CCDB-4F8C-B0C2-07EEEBD2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11064240" cy="21945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77E006B7-4732-4DBC-B919-406D67B5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6791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How we represent it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2AB22BE8-BD67-4859-B3F1-A341E7CD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33672"/>
            <a:ext cx="10607040" cy="1527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In our Processing sketches, we represent state using persistent sketch variables, declared at class level. The persistent sketch variables from B3.1 ARE state variables — same thing, now with its proper name.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D9811544-589B-4133-B4D2-76AE013E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6DD78376-B585-4B1D-B7EC-1487749B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2010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D9633D15-3C37-4970-93C7-817EA88A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Frame-Driven: Updating State Over Time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0113952A-88F4-4F04-A706-8B3FCC5E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Each frame acts as our time step — not actual clock time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7B4646FB-138F-484E-8EB5-1334B9BC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8436C3E3-8DB6-4EAB-B913-1245B0B5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7A284A7C-91CD-456C-AC6B-BAC5B018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69494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90645F7E-F682-4676-A267-69F86F04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6492240" cy="2048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500"/>
              <a:buFont typeface="Courier New"/>
              <a:buNone/>
            </a:pP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 = 50;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500"/>
              <a:buFont typeface="Courier New"/>
              <a:buNone/>
            </a:pP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draw() {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x = x + 2;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ellipse(x, 200, 30, 30);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9A6FD04A-08FF-4CE6-ABE6-CBE591C4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600200"/>
            <a:ext cx="393192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B7735020-D766-4168-ACFA-BAECB903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64792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You've done this since B1.3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1C5EB075-DDC9-4CD2-99A2-324EED81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130552"/>
            <a:ext cx="347472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x is state, and every frame updates it by a fixed amount. We're not measuring elapsed clock time here — each call to draw() is one time step.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A0679F8B-8B7A-4006-9C4B-6211F711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092F0E75-D980-43B0-BDAA-83D8415C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1486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D2E475B1-344D-40D5-9720-6F8A451D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Input-Driven: Updating State on an Event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960D6947-9150-4A49-902A-63463085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Also not new — this is B3.1 Part 3's pattern, now named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4313FC37-957C-49C8-89A0-4C2D97FC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93A0B58F-F2F9-472C-9AC8-D120FDEC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A798B83D-61A9-4BE0-BC61-55A9DD4A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694944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B494DA5D-C81A-4FBA-87CF-8674F6C9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6492240" cy="2414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shapeSize = 30;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draw()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200, shapeSize, shapeSize);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mousePressed()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shapeSize = shapeSize + 10;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62A3EE8A-98D3-420D-A2FD-2C14BB9F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600200"/>
            <a:ext cx="393192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568264F4-36DF-4734-AB34-3368CCF8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64792"/>
            <a:ext cx="3474720" cy="2441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An event updates state. Same mechanism you built last lesson — shapeSize is state, and a mouse click changes it.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2DF03647-3415-49C5-8D1A-A1D9759B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4D3FA8CC-900D-4A20-BC4D-F7ABA071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96189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7">
            <a:extLst xmlns:a="http://schemas.openxmlformats.org/drawingml/2006/main">
              <a:ext uri="{FF2B5EF4-FFF2-40B4-BE49-F238E27FC236}">
                <a16:creationId xmlns:a16="http://schemas.microsoft.com/office/drawing/2014/main" id="{80F3DAAB-AC60-4739-A54A-86A8A306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Condition-Driven: A Bounce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7">
            <a:extLst xmlns:a="http://schemas.openxmlformats.org/drawingml/2006/main">
              <a:ext uri="{FF2B5EF4-FFF2-40B4-BE49-F238E27FC236}">
                <a16:creationId xmlns:a16="http://schemas.microsoft.com/office/drawing/2014/main" id="{3EE8C726-103E-4EE0-BAF8-FF521549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genuinely new idea — a condition changes state, not appearance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81F678B1-078B-4889-A77C-8237568D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61E7D781-2753-4D5E-B912-65FFA68B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4335C927-B08F-4B7A-B617-AB1415EF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949440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66F7FB77-BA69-4400-92A0-5A7519AE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19072"/>
            <a:ext cx="6492240" cy="3099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</a:pP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 = 50;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</a:pP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xSpeed = 3;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</a:pP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draw()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x = x + xSpeed;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(x &gt; 350)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xSpeed = xSpeed * -1;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(x &lt; 50)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xSpeed = xSpeed * -1;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ellipse(x, 200, 30, 30);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7">
            <a:extLst xmlns:a="http://schemas.openxmlformats.org/drawingml/2006/main">
              <a:ext uri="{FF2B5EF4-FFF2-40B4-BE49-F238E27FC236}">
                <a16:creationId xmlns:a16="http://schemas.microsoft.com/office/drawing/2014/main" id="{FC8CCBBB-4DC3-498D-A417-F3958153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554480"/>
            <a:ext cx="3931920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>
            <a:extLst xmlns:a="http://schemas.openxmlformats.org/drawingml/2006/main">
              <a:ext uri="{FF2B5EF4-FFF2-40B4-BE49-F238E27FC236}">
                <a16:creationId xmlns:a16="http://schemas.microsoft.com/office/drawing/2014/main" id="{FD343C73-244C-4E4F-8582-30C802B7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19072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Two ifs, not ||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7">
            <a:extLst xmlns:a="http://schemas.openxmlformats.org/drawingml/2006/main">
              <a:ext uri="{FF2B5EF4-FFF2-40B4-BE49-F238E27FC236}">
                <a16:creationId xmlns:a16="http://schemas.microsoft.com/office/drawing/2014/main" id="{646E70CC-5FD5-4A85-88C0-FC3908BC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084832"/>
            <a:ext cx="3474720" cy="276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Same discipline as B2.4 — two separate conditions instead of one with ||.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 reversed xSpeed is NOT used later in this same frame — the increment already ran above it. The new direction takes effect on the NEXT frame's draw() call.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7">
            <a:extLst xmlns:a="http://schemas.openxmlformats.org/drawingml/2006/main">
              <a:ext uri="{FF2B5EF4-FFF2-40B4-BE49-F238E27FC236}">
                <a16:creationId xmlns:a16="http://schemas.microsoft.com/office/drawing/2014/main" id="{0BE56F64-9491-4502-A80D-0EF92258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66360"/>
            <a:ext cx="1106424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>
            <a:extLst xmlns:a="http://schemas.openxmlformats.org/drawingml/2006/main">
              <a:ext uri="{FF2B5EF4-FFF2-40B4-BE49-F238E27FC236}">
                <a16:creationId xmlns:a16="http://schemas.microsoft.com/office/drawing/2014/main" id="{1E5C56B8-6095-4365-9E7A-7259B9FB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30952"/>
            <a:ext cx="1060704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Worth knowing: position updates before the boundary check, so a much larger speed could briefly overshoot the edge. This simple bounce reverses direction after crossing a threshold, not exactly at it — keep speed changes modest in Your Turn.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7">
            <a:extLst xmlns:a="http://schemas.openxmlformats.org/drawingml/2006/main">
              <a:ext uri="{FF2B5EF4-FFF2-40B4-BE49-F238E27FC236}">
                <a16:creationId xmlns:a16="http://schemas.microsoft.com/office/drawing/2014/main" id="{3B2CFDF2-AB22-4CE4-8ADB-489C4EB9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FBC6EB5D-0B51-46A1-A737-3F98CB2E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70348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Google Shape;92;p8">
            <a:extLst xmlns:a="http://schemas.openxmlformats.org/drawingml/2006/main">
              <a:ext uri="{FF2B5EF4-FFF2-40B4-BE49-F238E27FC236}">
                <a16:creationId xmlns:a16="http://schemas.microsoft.com/office/drawing/2014/main" id="{B08678D6-5827-4DA9-B227-2501E036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8">
            <a:extLst xmlns:a="http://schemas.openxmlformats.org/drawingml/2006/main">
              <a:ext uri="{FF2B5EF4-FFF2-40B4-BE49-F238E27FC236}">
                <a16:creationId xmlns:a16="http://schemas.microsoft.com/office/drawing/2014/main" id="{3C81745C-4764-4940-A47A-67F2024C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Two steps: predict, then build your own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8">
            <a:extLst xmlns:a="http://schemas.openxmlformats.org/drawingml/2006/main">
              <a:ext uri="{FF2B5EF4-FFF2-40B4-BE49-F238E27FC236}">
                <a16:creationId xmlns:a16="http://schemas.microsoft.com/office/drawing/2014/main" id="{9FBD3E27-4C57-46D0-8C5F-D9EB587F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77032AEB-C215-4AD1-9F11-E6A4FA51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82E636DB-3078-4B89-B16C-193FE8A3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39496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>
            <a:extLst xmlns:a="http://schemas.openxmlformats.org/drawingml/2006/main">
              <a:ext uri="{FF2B5EF4-FFF2-40B4-BE49-F238E27FC236}">
                <a16:creationId xmlns:a16="http://schemas.microsoft.com/office/drawing/2014/main" id="{C856EB2B-542D-433F-B336-DE5F15C4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1 — Guided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94E72BD0-C711-4C73-A927-82771EA1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0552"/>
            <a:ext cx="4937760" cy="3447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Change the bounce example's speed (keep it modest — under 10) or boundary values.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Predict how the motion changes before running it: does it bounce faster? Over a shorter or longer distance?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504B882A-4C18-4984-AA7B-1C2EADBF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39496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AE83A668-62E8-47C7-B83E-28579D56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6479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2 — Construct It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5825F59B-2293-4D7B-8C64-5F5B688E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30552"/>
            <a:ext cx="4937760" cy="3447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a sketch where a position state variable updates every frame, and a condition changes a second state variable (like speed) when a threshold is crossed.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one-dimensional bounce (like the example) is a complete answer — you don't need to combine all three trigger types at once.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8">
            <a:extLst xmlns:a="http://schemas.openxmlformats.org/drawingml/2006/main">
              <a:ext uri="{FF2B5EF4-FFF2-40B4-BE49-F238E27FC236}">
                <a16:creationId xmlns:a16="http://schemas.microsoft.com/office/drawing/2014/main" id="{F309B84A-B0F5-44E3-82DC-C2461C9A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8">
            <a:extLst xmlns:a="http://schemas.openxmlformats.org/drawingml/2006/main">
              <a:ext uri="{FF2B5EF4-FFF2-40B4-BE49-F238E27FC236}">
                <a16:creationId xmlns:a16="http://schemas.microsoft.com/office/drawing/2014/main" id="{FA99259F-C0FD-4FED-99A4-CF91A6CA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83831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Google Shape;109;p9">
            <a:extLst xmlns:a="http://schemas.openxmlformats.org/drawingml/2006/main">
              <a:ext uri="{FF2B5EF4-FFF2-40B4-BE49-F238E27FC236}">
                <a16:creationId xmlns:a16="http://schemas.microsoft.com/office/drawing/2014/main" id="{7756EE44-E3B3-4D57-92C2-B0650CE0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9">
            <a:extLst xmlns:a="http://schemas.openxmlformats.org/drawingml/2006/main">
              <a:ext uri="{FF2B5EF4-FFF2-40B4-BE49-F238E27FC236}">
                <a16:creationId xmlns:a16="http://schemas.microsoft.com/office/drawing/2014/main" id="{9BB5260B-804A-4131-84DC-700B4099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What carries forward into Part 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9">
            <a:extLst xmlns:a="http://schemas.openxmlformats.org/drawingml/2006/main">
              <a:ext uri="{FF2B5EF4-FFF2-40B4-BE49-F238E27FC236}">
                <a16:creationId xmlns:a16="http://schemas.microsoft.com/office/drawing/2014/main" id="{DC2D89FD-468D-4455-A286-1FE47E3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9">
            <a:extLst xmlns:a="http://schemas.openxmlformats.org/drawingml/2006/main">
              <a:ext uri="{FF2B5EF4-FFF2-40B4-BE49-F238E27FC236}">
                <a16:creationId xmlns:a16="http://schemas.microsoft.com/office/drawing/2014/main" id="{2D20B19F-A8FC-4B77-97EB-DD591FFA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9">
            <a:extLst xmlns:a="http://schemas.openxmlformats.org/drawingml/2006/main">
              <a:ext uri="{FF2B5EF4-FFF2-40B4-BE49-F238E27FC236}">
                <a16:creationId xmlns:a16="http://schemas.microsoft.com/office/drawing/2014/main" id="{FB14D3C3-4044-4FDE-9BC0-71D16E80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>
            <a:extLst xmlns:a="http://schemas.openxmlformats.org/drawingml/2006/main">
              <a:ext uri="{FF2B5EF4-FFF2-40B4-BE49-F238E27FC236}">
                <a16:creationId xmlns:a16="http://schemas.microsoft.com/office/drawing/2014/main" id="{98A394B0-0B88-4D9A-92CF-769B0AEF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9">
            <a:extLst xmlns:a="http://schemas.openxmlformats.org/drawingml/2006/main">
              <a:ext uri="{FF2B5EF4-FFF2-40B4-BE49-F238E27FC236}">
                <a16:creationId xmlns:a16="http://schemas.microsoft.com/office/drawing/2014/main" id="{78E425F1-AB3C-430A-A29A-1A5A4CD9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State can be updated three ways: frame-driven (as frames pass), input-driven (events), or condition-driven. All three are just different triggers for the same underlying idea — a persistent variable changing.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9">
            <a:extLst xmlns:a="http://schemas.openxmlformats.org/drawingml/2006/main">
              <a:ext uri="{FF2B5EF4-FFF2-40B4-BE49-F238E27FC236}">
                <a16:creationId xmlns:a16="http://schemas.microsoft.com/office/drawing/2014/main" id="{44036A90-E031-47AC-B1D4-63681564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>
            <a:extLst xmlns:a="http://schemas.openxmlformats.org/drawingml/2006/main">
              <a:ext uri="{FF2B5EF4-FFF2-40B4-BE49-F238E27FC236}">
                <a16:creationId xmlns:a16="http://schemas.microsoft.com/office/drawing/2014/main" id="{E1A4D4CC-5BA2-4F23-AF65-820E6231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Next lesson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9">
            <a:extLst xmlns:a="http://schemas.openxmlformats.org/drawingml/2006/main">
              <a:ext uri="{FF2B5EF4-FFF2-40B4-BE49-F238E27FC236}">
                <a16:creationId xmlns:a16="http://schemas.microsoft.com/office/drawing/2014/main" id="{AA2862AA-308E-4070-B2EF-3904167B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Next lesson: state isn't just something you update — it's something you read, to decide what the program actually does.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9">
            <a:extLst xmlns:a="http://schemas.openxmlformats.org/drawingml/2006/main">
              <a:ext uri="{FF2B5EF4-FFF2-40B4-BE49-F238E27FC236}">
                <a16:creationId xmlns:a16="http://schemas.microsoft.com/office/drawing/2014/main" id="{22FDF026-0549-4994-8BD1-A4BD711A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1064240" cy="146304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>
            <a:extLst xmlns:a="http://schemas.openxmlformats.org/drawingml/2006/main">
              <a:ext uri="{FF2B5EF4-FFF2-40B4-BE49-F238E27FC236}">
                <a16:creationId xmlns:a16="http://schemas.microsoft.com/office/drawing/2014/main" id="{451F669D-69A1-4706-89A8-E7284629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99432"/>
            <a:ext cx="10515600" cy="1133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State = remembered information that can change and affect behavior — the concept.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persistent sketch variable = how we represent state in these sketches — the mechanism.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9">
            <a:extLst xmlns:a="http://schemas.openxmlformats.org/drawingml/2006/main">
              <a:ext uri="{FF2B5EF4-FFF2-40B4-BE49-F238E27FC236}">
                <a16:creationId xmlns:a16="http://schemas.microsoft.com/office/drawing/2014/main" id="{FBF93E07-1B48-4690-8C30-408F6069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9">
            <a:extLst xmlns:a="http://schemas.openxmlformats.org/drawingml/2006/main">
              <a:ext uri="{FF2B5EF4-FFF2-40B4-BE49-F238E27FC236}">
                <a16:creationId xmlns:a16="http://schemas.microsoft.com/office/drawing/2014/main" id="{B6AA9767-CB8C-462F-AD17-44D67DEA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848600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2026-08-29T13:20:15.9640000Z</dcterms:created>
  <dcterms:modified xsi:type="dcterms:W3CDTF">2026-08-29T13:20:15.9640000Z</dcterms:modified>
</coreProperties>
</file>