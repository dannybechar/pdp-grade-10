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1ed0ed4624cd3" /><Relationship Type="http://schemas.openxmlformats.org/officeDocument/2006/relationships/extended-properties" Target="/docProps/app.xml" Id="Rd8e5ce64964b498f" /><Relationship Type="http://schemas.openxmlformats.org/officeDocument/2006/relationships/officeDocument" Target="/ppt/presentation.xml" Id="R600ecc9845e5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20ba0016a4cf8"/>
  </p:sldMasterIdLst>
  <p:notesMasterIdLst>
    <p:notesMasterId xmlns:r="http://schemas.openxmlformats.org/officeDocument/2006/relationships" r:id="Rcf43fc64428e4bcd"/>
  </p:notesMasterIdLst>
  <p:sldIdLst>
    <p:sldId xmlns:r="http://schemas.openxmlformats.org/officeDocument/2006/relationships" id="256" r:id="R78a3d8b6ace34085"/>
    <p:sldId xmlns:r="http://schemas.openxmlformats.org/officeDocument/2006/relationships" id="257" r:id="R6ab8fdb4e3fb4d0e"/>
    <p:sldId xmlns:r="http://schemas.openxmlformats.org/officeDocument/2006/relationships" id="258" r:id="Re2991855ab264145"/>
    <p:sldId xmlns:r="http://schemas.openxmlformats.org/officeDocument/2006/relationships" id="259" r:id="Rf1449581db2c4fac"/>
    <p:sldId xmlns:r="http://schemas.openxmlformats.org/officeDocument/2006/relationships" id="260" r:id="R379bc7233e7f46e3"/>
    <p:sldId xmlns:r="http://schemas.openxmlformats.org/officeDocument/2006/relationships" id="261" r:id="R3a6a2e239a554e3e"/>
    <p:sldId xmlns:r="http://schemas.openxmlformats.org/officeDocument/2006/relationships" id="262" r:id="R2af787fe381b4361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2b1ab3f094ac1" /><Relationship Type="http://schemas.openxmlformats.org/officeDocument/2006/relationships/slideMaster" Target="/ppt/slideMasters/slideMaster1.xml" Id="Rc5b20ba0016a4cf8" /><Relationship Type="http://schemas.openxmlformats.org/officeDocument/2006/relationships/notesMaster" Target="/ppt/notesMasters/notesMaster1.xml" Id="Rcf43fc64428e4bcd" /><Relationship Type="http://schemas.openxmlformats.org/officeDocument/2006/relationships/presProps" Target="/ppt/presProps.xml" Id="Rf8a6a763c0514423" /><Relationship Type="http://schemas.openxmlformats.org/officeDocument/2006/relationships/tableStyles" Target="/ppt/tableStyles.xml" Id="R67bee0c0bd764377" /><Relationship Type="http://schemas.openxmlformats.org/officeDocument/2006/relationships/slide" Target="/ppt/slides/slide1.xml" Id="R78a3d8b6ace34085" /><Relationship Type="http://schemas.openxmlformats.org/officeDocument/2006/relationships/slide" Target="/ppt/slides/slide2.xml" Id="R6ab8fdb4e3fb4d0e" /><Relationship Type="http://schemas.openxmlformats.org/officeDocument/2006/relationships/slide" Target="/ppt/slides/slide3.xml" Id="Re2991855ab264145" /><Relationship Type="http://schemas.openxmlformats.org/officeDocument/2006/relationships/slide" Target="/ppt/slides/slide4.xml" Id="Rf1449581db2c4fac" /><Relationship Type="http://schemas.openxmlformats.org/officeDocument/2006/relationships/slide" Target="/ppt/slides/slide5.xml" Id="R379bc7233e7f46e3" /><Relationship Type="http://schemas.openxmlformats.org/officeDocument/2006/relationships/slide" Target="/ppt/slides/slide6.xml" Id="R3a6a2e239a554e3e" /><Relationship Type="http://schemas.openxmlformats.org/officeDocument/2006/relationships/slide" Target="/ppt/slides/slide7.xml" Id="R2af787fe381b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a83c767c7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b2b9138951461f" /><Relationship Type="http://schemas.openxmlformats.org/officeDocument/2006/relationships/notesMaster" Target="/ppt/notesMasters/notesMaster1.xml" Id="R328bcfc0b5e24d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77ebc184fe4aa3" /><Relationship Type="http://schemas.openxmlformats.org/officeDocument/2006/relationships/notesMaster" Target="/ppt/notesMasters/notesMaster1.xml" Id="R7952c6ca5dca4f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d0b63120b499f" /><Relationship Type="http://schemas.openxmlformats.org/officeDocument/2006/relationships/notesMaster" Target="/ppt/notesMasters/notesMaster1.xml" Id="R8179ce6eb58d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7b5be974ef4bdb" /><Relationship Type="http://schemas.openxmlformats.org/officeDocument/2006/relationships/notesMaster" Target="/ppt/notesMasters/notesMaster1.xml" Id="R1ade88297f6b45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ad12be3bc49bb" /><Relationship Type="http://schemas.openxmlformats.org/officeDocument/2006/relationships/notesMaster" Target="/ppt/notesMasters/notesMaster1.xml" Id="Re8f61603056f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695942c8cc40fd" /><Relationship Type="http://schemas.openxmlformats.org/officeDocument/2006/relationships/notesMaster" Target="/ppt/notesMasters/notesMaster1.xml" Id="R4abd3c8a94b24e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cd357f2ed54f9e" /><Relationship Type="http://schemas.openxmlformats.org/officeDocument/2006/relationships/notesMaster" Target="/ppt/notesMasters/notesMaster1.xml" Id="Reb1891ac4a42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Reconnect the three-part model: input changes state; draw() renders the current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identify the field, the update site, and the read site in a small sketch.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Model a boolean toggle. Use mode = !mode inside a discrete event and branch on mode inside draw().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Trace two clicks. The value persists between events because mode is a class field.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Address accidental rapid toggling: mousePressed() is a discrete callback; testing the mousePressed field inside draw() can toggle many times while held.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create a second state variable and make two visible modes. Require reset behaviour and test alternating input sequences.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state the initial value, transition rule, and visible result.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d64a2401a465d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5dc9b6e364f6b" /><Relationship Type="http://schemas.openxmlformats.org/officeDocument/2006/relationships/slideLayout" Target="/ppt/slideLayouts/slideLayout1.xml" Id="R0262d6624efd4d0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2d6624efd4d0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99d9695a47b9" /><Relationship Type="http://schemas.openxmlformats.org/officeDocument/2006/relationships/notesSlide" Target="/ppt/notesSlides/notesSlide1.xml" Id="R255874872ea4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07c8aa8f4ad7" /><Relationship Type="http://schemas.openxmlformats.org/officeDocument/2006/relationships/notesSlide" Target="/ppt/notesSlides/notesSlide2.xml" Id="Rfb3078731e2b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474c4e8542aa" /><Relationship Type="http://schemas.openxmlformats.org/officeDocument/2006/relationships/notesSlide" Target="/ppt/notesSlides/notesSlide3.xml" Id="R42d3abc32f5f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d6932f2e46a7" /><Relationship Type="http://schemas.openxmlformats.org/officeDocument/2006/relationships/notesSlide" Target="/ppt/notesSlides/notesSlide4.xml" Id="R0c7dc825e4ed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d9b9c01a4f85" /><Relationship Type="http://schemas.openxmlformats.org/officeDocument/2006/relationships/notesSlide" Target="/ppt/notesSlides/notesSlide5.xml" Id="Rd8d300810cf649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813ac4e145cd" /><Relationship Type="http://schemas.openxmlformats.org/officeDocument/2006/relationships/notesSlide" Target="/ppt/notesSlides/notesSlide6.xml" Id="R931e17ce914c43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334604c674ff6" /><Relationship Type="http://schemas.openxmlformats.org/officeDocument/2006/relationships/notesSlide" Target="/ppt/notesSlides/notesSlide7.xml" Id="Re26a4277fc93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7091DAC-A4DA-49EE-B287-837CC6EB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B3.2  ·  Interactivity &amp; State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E87FD268-33AB-4DF0-AC7A-BE4E1AF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Using State to Determine Behaviour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7142FB97-5773-49C9-898B-1B5B19A3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State isn't just something you update — it's something you read, to decide what happens.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193B6BBE-873D-4345-970F-CCF0A26D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39F79991-8A63-4917-95B9-1222A32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8353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FDD0C60-1B28-4BB1-A3D7-3E848B0F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Three Ways to Update State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7E2B9842-0763-44E7-A963-2CEB9917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CAD82AB1-1FFC-4AAD-9E77-C8065DDE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7D2DF41-5AF7-48E7-9D7D-4ED39025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DD4AE9BD-55A3-4806-A251-D8BE2A3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FB3CE727-0DE3-4D7A-AFD6-1A021071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64792"/>
            <a:ext cx="1051560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Frame-driven — a fixed amount added every draw() call (B1.3's pattern, now named).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Input-driven — a mouse or keyboard event changes state (B3.1's pattern, now named).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Condition-driven — a boundary check flips a state variable, like the bounce example.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72DD01F1-FFDA-4ABD-9CF3-A010E47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0233EB4D-938F-49D3-87DB-EF47367C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352D9885-FA03-4498-B955-4898777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0607040" cy="11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 of that was about WRITING to state. Today is about READING it — using a state variable's current value to decide what the program actually does.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DAC654BE-30F3-4FAE-A2E6-A70A72A4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172DCC5E-8B40-440E-B4AE-02D4996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666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CE6DF0F4-D0FF-43B2-B768-FAD9B6D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Reading State Directly Into a Property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01FD3B6-E7E5-4649-B4B9-B6A5722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You've already done this — nothing new on this slide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7D933161-4AA1-4998-8989-EA5D47D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249F750-3464-45C8-BEEB-7C42A7C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E4EB5B9-2F4D-4416-A5C5-AF4F4C57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868680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C3FAA11E-CB28-4ABE-AB3C-57351B38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901952"/>
            <a:ext cx="8229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ellipse(200, 200, shapeSize, shapeSize);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61361A51-0B09-4119-8175-14552A3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429000"/>
            <a:ext cx="868680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3B8F5323-3053-4915-8442-C4EA2654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593592"/>
            <a:ext cx="8229600" cy="1801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shapeSize's current value feeds straight into a property — the ellipse's width and height. This is the simplest way to "use" state: read it, plug it directly into something.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37BE2B3A-708B-40DB-A6C8-6CED6D1B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54DD52CC-8EC9-4D2D-987E-F667099E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502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7100CBAB-D65A-4F3B-A936-3A40C18F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State Checked by a Condition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BDB699B4-C455-409A-AC09-D28A0048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This time, state decides which branch/output is active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0E548398-2682-40B9-B37B-1E6092A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9CACBB21-BBBD-4263-9E6F-E0F56EF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738DBD85-AC31-48CE-8EC1-9AAC7951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7311E3BE-CA2C-4958-9D46-0D0DC0B5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3968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mode = 0;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(mode == 0)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ellipse(200, 200, 50, 50);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rect(175, 175, 50, 50);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mousePressed()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(mode == 0)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mode = 1;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mode = 0;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077EC40C-CF00-4083-A883-5D31DD45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429768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97337BC1-3EE9-457A-92FC-7761D26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A different kind of "using"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CD402A98-EFFA-4BC8-892D-44EC0F07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3630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shapeSize fed a number straight into a property. Here, state decides WHICH branch/output is active — a circle or a square, not a bigger or smaller circle.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 mode compared with ==, never a String.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7F92207F-CF31-4DF1-B993-FF7CF4C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B4FA0124-B549-4502-911D-89FB5294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9591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252325E7-8C4A-4F0B-B2F1-59680293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This Is Heading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723231BA-98F4-4141-94FC-9FE214DF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exact same idea, scaled up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3667E42D-E99B-4879-8FDF-F7F70BE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0FFA165E-EBC2-4437-969F-0D97F75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91D1442C-3CAE-4CEE-9A9A-16A3BD1B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6424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A2956F69-7141-4ADE-968B-7C6A60F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0515600" cy="1316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Right now mode only switches between two shapes — a circle and a square.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B3.3 uses exactly this idea — a state variable checked by conditions — to switch between entire scenes.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EDA203A0-B6C4-4DC9-912E-2D769C7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642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34E2F714-5333-45CB-808B-8A352615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10607040" cy="189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Nothing new to build here — just notice that the mechanism you just used (state + condition + event) is the same mechanism a whole multi-screen program is built from. B3.3 uses the same core mechanism at a larger scale: state + conditions + events become a multi-scene flow.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D773E5AD-BE92-4D57-AFFE-EFCAF47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A3CC9E20-1190-4660-A2DF-F3C55D29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5841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155071E0-89AE-420A-B72C-2007A4D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94611C98-FA90-43CF-B1B2-36524FC8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Build the write-then-read cycle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EECF6676-3A53-4B0A-8FBB-A5CDC6D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5A3DE2A1-7A19-4400-9AEF-EB78CD2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40A01F3D-8513-4DF3-B44E-D63DE71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1B52F820-DF91-40C3-BF2A-3460BEC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EC88DAFF-A4E6-41B4-BAF7-92ACA11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07040" cy="253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program with a state variable that mousePressed() toggles between two values, where a condition uses that state to draw two visibly different things — not just two sizes of the same shape.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That's the full cycle: write state (event) → remember it (persistent variable) → read state (condition) → choose behaviour.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(You may use a keyboard event instead, but remember holding a key can generate repeated keyPressed() events from B3.1 — tap rather than hold if you go that route.)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F51F41FF-E479-45BD-8D9F-AC292DA4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10642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ED2A9F77-C5B9-45C7-AD4E-C28D2C7D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02352"/>
            <a:ext cx="1060704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Use int for your state variable and compare with == — same convention as the mode example.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F6F32EEB-02A5-4B60-9144-FAF2127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BC3C8F2C-7937-40E4-BA84-1FAAE3E4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54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4701DE85-D920-465B-BDBF-812BEFE4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sz="26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A4569DD7-3F18-4E1B-97B1-A6724778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B3.2 complete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90BEB05F-D6E9-440A-B1C9-5E7EFDA9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991C78FE-35DB-42BA-9CC2-5F710B0C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A0548771-119D-4192-A790-9554835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4E1A128B-9EE9-4340-A812-5C0E0E04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02D6F02F-AFF8-4A74-9C5F-FF2FF277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 can be written to (three triggers from Part 1) and read from (directly, or through a condition that picks a branch). Both halves together are what make state useful.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E6335CD4-2934-4462-806A-083F4F9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483CBC4B-0D24-4CE1-B78C-E3FA7A68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7908CE78-9A46-4BB4-97AA-BA01DA27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B3.3 scales this up into full multi-scene programs — a small set of named states, and conditions that control what's shown and how scenes transition.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045E1A90-4F4C-41D6-8786-CAA78A21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1EE8900C-E90A-4DD0-98FD-3EADD9A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Writing state and reading state are two different, equally necessary halves of the idea.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state variable checked by a condition can choose entirely different outputs, not just tweak one.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A5D11536-6D93-4B77-9760-C38A45BA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Interactivity &amp; State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B3.2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37693696-A54D-4985-AC0A-AB54B47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5503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2026-08-29T13:20:17.5740000Z</dcterms:created>
  <dcterms:modified xsi:type="dcterms:W3CDTF">2026-08-29T13:20:17.5740000Z</dcterms:modified>
</coreProperties>
</file>