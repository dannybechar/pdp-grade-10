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d7edd119f042a7" /><Relationship Type="http://schemas.openxmlformats.org/officeDocument/2006/relationships/extended-properties" Target="/docProps/app.xml" Id="R9878f738e3214a06" /><Relationship Type="http://schemas.openxmlformats.org/officeDocument/2006/relationships/officeDocument" Target="/ppt/presentation.xml" Id="R8405d8b98d0c48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9faa3efcd04934"/>
  </p:sldMasterIdLst>
  <p:notesMasterIdLst>
    <p:notesMasterId xmlns:r="http://schemas.openxmlformats.org/officeDocument/2006/relationships" r:id="R9c3e1d86e85c4d7f"/>
  </p:notesMasterIdLst>
  <p:sldIdLst>
    <p:sldId xmlns:r="http://schemas.openxmlformats.org/officeDocument/2006/relationships" id="256" r:id="R50b11c1585d94d1d"/>
    <p:sldId xmlns:r="http://schemas.openxmlformats.org/officeDocument/2006/relationships" id="257" r:id="R0f91276d06f14514"/>
    <p:sldId xmlns:r="http://schemas.openxmlformats.org/officeDocument/2006/relationships" id="258" r:id="R86083a3fa2644f85"/>
    <p:sldId xmlns:r="http://schemas.openxmlformats.org/officeDocument/2006/relationships" id="259" r:id="Ra3c7eee5c6e24735"/>
    <p:sldId xmlns:r="http://schemas.openxmlformats.org/officeDocument/2006/relationships" id="260" r:id="R6e7e9eaa2cad4688"/>
    <p:sldId xmlns:r="http://schemas.openxmlformats.org/officeDocument/2006/relationships" id="261" r:id="R52c097f341a64cd2"/>
    <p:sldId xmlns:r="http://schemas.openxmlformats.org/officeDocument/2006/relationships" id="262" r:id="R843d34ef9e27439d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189967893b4b0b" /><Relationship Type="http://schemas.openxmlformats.org/officeDocument/2006/relationships/slideMaster" Target="/ppt/slideMasters/slideMaster1.xml" Id="R319faa3efcd04934" /><Relationship Type="http://schemas.openxmlformats.org/officeDocument/2006/relationships/notesMaster" Target="/ppt/notesMasters/notesMaster1.xml" Id="R9c3e1d86e85c4d7f" /><Relationship Type="http://schemas.openxmlformats.org/officeDocument/2006/relationships/presProps" Target="/ppt/presProps.xml" Id="Ra194f80d65e7484f" /><Relationship Type="http://schemas.openxmlformats.org/officeDocument/2006/relationships/tableStyles" Target="/ppt/tableStyles.xml" Id="R9b7282e24f954719" /><Relationship Type="http://schemas.openxmlformats.org/officeDocument/2006/relationships/slide" Target="/ppt/slides/slide1.xml" Id="R50b11c1585d94d1d" /><Relationship Type="http://schemas.openxmlformats.org/officeDocument/2006/relationships/slide" Target="/ppt/slides/slide2.xml" Id="R0f91276d06f14514" /><Relationship Type="http://schemas.openxmlformats.org/officeDocument/2006/relationships/slide" Target="/ppt/slides/slide3.xml" Id="R86083a3fa2644f85" /><Relationship Type="http://schemas.openxmlformats.org/officeDocument/2006/relationships/slide" Target="/ppt/slides/slide4.xml" Id="Ra3c7eee5c6e24735" /><Relationship Type="http://schemas.openxmlformats.org/officeDocument/2006/relationships/slide" Target="/ppt/slides/slide5.xml" Id="R6e7e9eaa2cad4688" /><Relationship Type="http://schemas.openxmlformats.org/officeDocument/2006/relationships/slide" Target="/ppt/slides/slide6.xml" Id="R52c097f341a64cd2" /><Relationship Type="http://schemas.openxmlformats.org/officeDocument/2006/relationships/slide" Target="/ppt/slides/slide7.xml" Id="R843d34ef9e2743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1bec1eecd841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6736699c6d4d92" /><Relationship Type="http://schemas.openxmlformats.org/officeDocument/2006/relationships/notesMaster" Target="/ppt/notesMasters/notesMaster1.xml" Id="Rf660edd0a86240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4fae5548354614" /><Relationship Type="http://schemas.openxmlformats.org/officeDocument/2006/relationships/notesMaster" Target="/ppt/notesMasters/notesMaster1.xml" Id="R904e3ffa386e4c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1d5abfb2054444" /><Relationship Type="http://schemas.openxmlformats.org/officeDocument/2006/relationships/notesMaster" Target="/ppt/notesMasters/notesMaster1.xml" Id="Rdf472c5248c643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4fc790ea6546ed" /><Relationship Type="http://schemas.openxmlformats.org/officeDocument/2006/relationships/notesMaster" Target="/ppt/notesMasters/notesMaster1.xml" Id="R2f929db089fb45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b0bb512a6542ab" /><Relationship Type="http://schemas.openxmlformats.org/officeDocument/2006/relationships/notesMaster" Target="/ppt/notesMasters/notesMaster1.xml" Id="R0bb67f71960d46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c56ade0b7842ca" /><Relationship Type="http://schemas.openxmlformats.org/officeDocument/2006/relationships/notesMaster" Target="/ppt/notesMasters/notesMaster1.xml" Id="R762c457e75f740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7ccd6b2cd8454a" /><Relationship Type="http://schemas.openxmlformats.org/officeDocument/2006/relationships/notesMaster" Target="/ppt/notesMasters/notesMaster1.xml" Id="Ra77107d74fb64b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minutes. Frame rerunning as an experiment: identify what remains fixed and what receives new random samples.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Retrieval: bounds, loop count, and formulas are fixed; values returned by random() can differ.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10 minutes. Trace one run symbolically rather than inventing exact random values. Mark every expression that will be reevaluated.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 minutes. Compare two outputs. Ask for precise claims: count and bounds remain; exact positions and sizes vary.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Clarify that regeneration does not change source code. It repeats the same algorithm with new random results.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14 minutes. Students build, run three times, and record fixed versus variable features using evidence from each window.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Exit check: explain why an out-of-range result indicates a bug rather than ordinary randomness.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5152f742004867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e20d1dd9cf44f0" /><Relationship Type="http://schemas.openxmlformats.org/officeDocument/2006/relationships/slideLayout" Target="/ppt/slideLayouts/slideLayout1.xml" Id="R53e2b793b7c14cf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e2b793b7c14cf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2aeb8cfca456d" /><Relationship Type="http://schemas.openxmlformats.org/officeDocument/2006/relationships/notesSlide" Target="/ppt/notesSlides/notesSlide1.xml" Id="Rc6cafb7c821340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f6b6c2d1d47ba" /><Relationship Type="http://schemas.openxmlformats.org/officeDocument/2006/relationships/notesSlide" Target="/ppt/notesSlides/notesSlide2.xml" Id="R2a97b9661d264e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3d88852074115" /><Relationship Type="http://schemas.openxmlformats.org/officeDocument/2006/relationships/notesSlide" Target="/ppt/notesSlides/notesSlide3.xml" Id="R27233672feb64a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e0809f7fb4707" /><Relationship Type="http://schemas.openxmlformats.org/officeDocument/2006/relationships/notesSlide" Target="/ppt/notesSlides/notesSlide4.xml" Id="Ra605ba4bff8742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9a50110384df5" /><Relationship Type="http://schemas.openxmlformats.org/officeDocument/2006/relationships/notesSlide" Target="/ppt/notesSlides/notesSlide5.xml" Id="R4ae175a0338d40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959a71e39419e" /><Relationship Type="http://schemas.openxmlformats.org/officeDocument/2006/relationships/notesSlide" Target="/ppt/notesSlides/notesSlide6.xml" Id="R72f0faf9f4c341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8c35f745645ed" /><Relationship Type="http://schemas.openxmlformats.org/officeDocument/2006/relationships/notesSlide" Target="/ppt/notesSlides/notesSlide7.xml" Id="R9e0c1dbe238042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84AF3750-3A15-4133-A5B8-AB135E4F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600"/>
              <a:buFont typeface="Calibri"/>
              <a:buNone/>
            </a:pPr>
            <a:r>
              <a:rPr sz="16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B2.3  ·  Parameterized &amp; Procedural Creation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EE8C8E72-73EE-444E-BF43-4D89D450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06040"/>
            <a:ext cx="10515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Regenerate &amp; Compare: What Stays, What Varies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BB94994B-E5BD-4055-AB2B-982EB7CF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98755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sz="1800" b="0" i="1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Re-running a program with randomness in it — and understanding exactly what changed and what didn't.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E1549A77-BCBD-4BC9-B44C-379BA6D2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F610EC93-2B12-4905-B164-4D26C2DF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53264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C442C21A-B5DE-499D-95A0-EB1BAA0E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Quick Recap: Random, Within Bounds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3DA8213B-1968-4AF9-84E5-5F886902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From Part 1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883A92F8-C24E-44D7-8E62-8EE09B56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BD45967E-2A40-4497-9748-43C1BCF0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675F97CD-8B99-41A7-B094-E964E699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694944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6A0FCF5F-45FC-400D-8762-FDAD0C47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6492240" cy="2048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500"/>
              <a:buFont typeface="Courier New"/>
              <a:buNone/>
            </a:pP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i = 0; i &lt; 6; i++) {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x = (</a:t>
            </a: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) random(40, 360);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 = (</a:t>
            </a: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) random(15, 50);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drawShape(x, 200, s);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83C47462-C6F3-4D3D-9321-600B6DFE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600200"/>
            <a:ext cx="393192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E2597139-82CA-488F-BF3F-A97176C4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764792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Recap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ADD69E14-C579-4217-9C9B-F9B7A714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130552"/>
            <a:ext cx="3474720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Position and size, each random within a range we chose deliberately — not the full canvas, not an arbitrary size range.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AC987FD0-F677-4BC1-8E12-F7205E9E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0"/>
            <a:ext cx="11064240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C179291C-699F-492D-9875-1F0EE2FF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7083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Today's question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407B9699-95A8-4DF1-B5ED-8BBA1E78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36592"/>
            <a:ext cx="10607040" cy="1069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Run this exact code twice. The output looks different both times. But is everything about it actually different — or does most of the program stay exactly the same?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0763AB24-BF83-4B2E-977A-76D1E7BC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Google Shape;39;p4">
            <a:extLst xmlns:a="http://schemas.openxmlformats.org/drawingml/2006/main">
              <a:ext uri="{FF2B5EF4-FFF2-40B4-BE49-F238E27FC236}">
                <a16:creationId xmlns:a16="http://schemas.microsoft.com/office/drawing/2014/main" id="{D69755CC-2FA6-4471-8781-7CDA59E6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6990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E9CF1C11-B0EE-4630-9EB7-CA13D59B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The Same Code, Run Twice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4DFE5AC7-5B16-426D-9BB6-BFA12382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Nothing in this code changes between runs — random() is the source of values that can differ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CAA95BE3-E26D-44E3-AE26-0CEDB913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DA5DFF40-B80A-42DF-9AF0-2750B82B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DD7D5F54-4EF3-43D8-9830-38AD293B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1600200"/>
            <a:ext cx="7772400" cy="27432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F0B46A80-6494-47BA-A48F-E6E36C82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764792"/>
            <a:ext cx="7315200" cy="2414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600"/>
              <a:buFont typeface="Courier New"/>
              <a:buNone/>
            </a:pPr>
            <a:r>
              <a:rPr sz="16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sz="16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6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6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i = 0; i &lt; 6; i++) {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ourier New"/>
              <a:buNone/>
            </a:pPr>
            <a:r>
              <a:rPr sz="16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6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6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x = (</a:t>
            </a:r>
            <a:r>
              <a:rPr sz="16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6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) random(40, 360);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ourier New"/>
              <a:buNone/>
            </a:pPr>
            <a:r>
              <a:rPr sz="16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6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6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 = (</a:t>
            </a:r>
            <a:r>
              <a:rPr sz="16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6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) random(15, 50);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ourier New"/>
              <a:buNone/>
            </a:pPr>
            <a:r>
              <a:rPr sz="16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drawShape(x, 200, s);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ourier New"/>
              <a:buNone/>
            </a:pPr>
            <a:r>
              <a:rPr sz="16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AADE2781-9069-43C8-AFE7-C6D874DE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4572000"/>
            <a:ext cx="777240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D085852E-E65E-4082-964B-AD9AD44C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4736592"/>
            <a:ext cx="7315200" cy="1069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6 shapes, x from 40-359, size from 15-49, all on one row at y=200 — none of that changes. Only the specific x and size values random() returns can differ between runs.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Google Shape;53;p5">
            <a:extLst xmlns:a="http://schemas.openxmlformats.org/drawingml/2006/main">
              <a:ext uri="{FF2B5EF4-FFF2-40B4-BE49-F238E27FC236}">
                <a16:creationId xmlns:a16="http://schemas.microsoft.com/office/drawing/2014/main" id="{3E314928-5759-4A16-9257-33D736A7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" name="Google Shape;54;p5">
            <a:extLst xmlns:a="http://schemas.openxmlformats.org/drawingml/2006/main">
              <a:ext uri="{FF2B5EF4-FFF2-40B4-BE49-F238E27FC236}">
                <a16:creationId xmlns:a16="http://schemas.microsoft.com/office/drawing/2014/main" id="{83B4899A-4E98-4783-BBC4-ABE1852C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90007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D8717983-0453-46D2-9345-A40AC0AD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Comparing Two Runs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807BF935-F780-4330-B8FC-138A0733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Same code, same rules — different specific values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96F5EA60-A502-4769-A746-496348FC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DC93D0A4-F00D-4986-934F-88BE7BCA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4A7D2E6D-3A19-4436-AF86-41FF91C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8892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7C0C5348-C99F-4A38-8E69-449BA0D0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884" y="2471166"/>
            <a:ext cx="269748" cy="2697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>
            <a:extLst xmlns:a="http://schemas.openxmlformats.org/drawingml/2006/main">
              <a:ext uri="{FF2B5EF4-FFF2-40B4-BE49-F238E27FC236}">
                <a16:creationId xmlns:a16="http://schemas.microsoft.com/office/drawing/2014/main" id="{9F60E7AE-4CBC-4344-950A-6FA4F855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284" y="2302574"/>
            <a:ext cx="606933" cy="6069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>
            <a:extLst xmlns:a="http://schemas.openxmlformats.org/drawingml/2006/main">
              <a:ext uri="{FF2B5EF4-FFF2-40B4-BE49-F238E27FC236}">
                <a16:creationId xmlns:a16="http://schemas.microsoft.com/office/drawing/2014/main" id="{1BDDB16D-73D4-4CA5-8867-E7B662A5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8683" y="2403729"/>
            <a:ext cx="404622" cy="4046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>
            <a:extLst xmlns:a="http://schemas.openxmlformats.org/drawingml/2006/main">
              <a:ext uri="{FF2B5EF4-FFF2-40B4-BE49-F238E27FC236}">
                <a16:creationId xmlns:a16="http://schemas.microsoft.com/office/drawing/2014/main" id="{389C3AF1-122D-49E4-9F94-2760A3FC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977" y="2484653"/>
            <a:ext cx="242773" cy="2427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>
            <a:extLst xmlns:a="http://schemas.openxmlformats.org/drawingml/2006/main">
              <a:ext uri="{FF2B5EF4-FFF2-40B4-BE49-F238E27FC236}">
                <a16:creationId xmlns:a16="http://schemas.microsoft.com/office/drawing/2014/main" id="{BC11CAE6-34CA-4542-A7F7-1704F1B2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473" y="2349779"/>
            <a:ext cx="512521" cy="5125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>
            <a:extLst xmlns:a="http://schemas.openxmlformats.org/drawingml/2006/main">
              <a:ext uri="{FF2B5EF4-FFF2-40B4-BE49-F238E27FC236}">
                <a16:creationId xmlns:a16="http://schemas.microsoft.com/office/drawing/2014/main" id="{B44E8117-F8B6-431F-8601-5C6CFA97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0638" y="2437448"/>
            <a:ext cx="337185" cy="3371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>
            <a:extLst xmlns:a="http://schemas.openxmlformats.org/drawingml/2006/main">
              <a:ext uri="{FF2B5EF4-FFF2-40B4-BE49-F238E27FC236}">
                <a16:creationId xmlns:a16="http://schemas.microsoft.com/office/drawing/2014/main" id="{7809D5DC-09D1-4946-8082-B1FF8051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93592"/>
            <a:ext cx="53949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Run 1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Google Shape;72;p6">
            <a:extLst xmlns:a="http://schemas.openxmlformats.org/drawingml/2006/main">
              <a:ext uri="{FF2B5EF4-FFF2-40B4-BE49-F238E27FC236}">
                <a16:creationId xmlns:a16="http://schemas.microsoft.com/office/drawing/2014/main" id="{68DC9C04-B43F-496E-B8B7-622036EF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39496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8892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>
            <a:extLst xmlns:a="http://schemas.openxmlformats.org/drawingml/2006/main">
              <a:ext uri="{FF2B5EF4-FFF2-40B4-BE49-F238E27FC236}">
                <a16:creationId xmlns:a16="http://schemas.microsoft.com/office/drawing/2014/main" id="{D5C47C1F-F1EA-42A0-A2FC-BEE30B2A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2905" y="2383498"/>
            <a:ext cx="445084" cy="4450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>
            <a:extLst xmlns:a="http://schemas.openxmlformats.org/drawingml/2006/main">
              <a:ext uri="{FF2B5EF4-FFF2-40B4-BE49-F238E27FC236}">
                <a16:creationId xmlns:a16="http://schemas.microsoft.com/office/drawing/2014/main" id="{BFC51BEB-0973-4444-A846-38BBC520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1204" y="2457679"/>
            <a:ext cx="296723" cy="2967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>
            <a:extLst xmlns:a="http://schemas.openxmlformats.org/drawingml/2006/main">
              <a:ext uri="{FF2B5EF4-FFF2-40B4-BE49-F238E27FC236}">
                <a16:creationId xmlns:a16="http://schemas.microsoft.com/office/drawing/2014/main" id="{B59F0297-3ACF-4EEA-BE22-31F25E61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9061" y="2336292"/>
            <a:ext cx="539496" cy="5394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>
            <a:extLst xmlns:a="http://schemas.openxmlformats.org/drawingml/2006/main">
              <a:ext uri="{FF2B5EF4-FFF2-40B4-BE49-F238E27FC236}">
                <a16:creationId xmlns:a16="http://schemas.microsoft.com/office/drawing/2014/main" id="{8C5A3706-AF7B-4411-92EF-A4D69A79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772" y="2504885"/>
            <a:ext cx="202311" cy="2023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>
            <a:extLst xmlns:a="http://schemas.openxmlformats.org/drawingml/2006/main">
              <a:ext uri="{FF2B5EF4-FFF2-40B4-BE49-F238E27FC236}">
                <a16:creationId xmlns:a16="http://schemas.microsoft.com/office/drawing/2014/main" id="{D93319AB-1F20-45BE-8BC9-0FC80F25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036" y="2282342"/>
            <a:ext cx="647395" cy="6473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10BF5A4A-F103-4A9D-9E0E-75CF18A6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7717" y="2417216"/>
            <a:ext cx="377647" cy="3776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35C95FA8-F268-41AA-9F0B-7FD3A0CC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593592"/>
            <a:ext cx="53949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Run 2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F7269500-8B56-4CFC-898E-85762DDC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77640"/>
            <a:ext cx="11064240" cy="192024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>
            <a:extLst xmlns:a="http://schemas.openxmlformats.org/drawingml/2006/main">
              <a:ext uri="{FF2B5EF4-FFF2-40B4-BE49-F238E27FC236}">
                <a16:creationId xmlns:a16="http://schemas.microsoft.com/office/drawing/2014/main" id="{7D568AB6-29A3-4F48-ABE8-793ED553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4223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What actually changed?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" name="Google Shape;82;p6">
            <a:extLst xmlns:a="http://schemas.openxmlformats.org/drawingml/2006/main">
              <a:ext uri="{FF2B5EF4-FFF2-40B4-BE49-F238E27FC236}">
                <a16:creationId xmlns:a16="http://schemas.microsoft.com/office/drawing/2014/main" id="{BFDE039C-B540-4585-B9A9-183C69F0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07992"/>
            <a:ext cx="10607040" cy="1252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exact x and size of each shape — can change from run to run. What did NOT change: still exactly 6 shapes, still all on one row at y=200, still every x between 40-359 and every size between 15-49. The rules controlling the range never varied — only which specific value inside that range got picked.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" name="Google Shape;83;p6">
            <a:extLst xmlns:a="http://schemas.openxmlformats.org/drawingml/2006/main">
              <a:ext uri="{FF2B5EF4-FFF2-40B4-BE49-F238E27FC236}">
                <a16:creationId xmlns:a16="http://schemas.microsoft.com/office/drawing/2014/main" id="{9E588803-7A8E-4364-88EB-16D8DAB0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" name="Google Shape;84;p6">
            <a:extLst xmlns:a="http://schemas.openxmlformats.org/drawingml/2006/main">
              <a:ext uri="{FF2B5EF4-FFF2-40B4-BE49-F238E27FC236}">
                <a16:creationId xmlns:a16="http://schemas.microsoft.com/office/drawing/2014/main" id="{08F1542A-F3DF-4B2B-9ED2-212C60FD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80849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Google Shape;90;p7">
            <a:extLst xmlns:a="http://schemas.openxmlformats.org/drawingml/2006/main">
              <a:ext uri="{FF2B5EF4-FFF2-40B4-BE49-F238E27FC236}">
                <a16:creationId xmlns:a16="http://schemas.microsoft.com/office/drawing/2014/main" id="{22424DFE-89E2-422A-9D45-6B494C24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"Regenerating" Actually Changes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" name="Google Shape;91;p7">
            <a:extLst xmlns:a="http://schemas.openxmlformats.org/drawingml/2006/main">
              <a:ext uri="{FF2B5EF4-FFF2-40B4-BE49-F238E27FC236}">
                <a16:creationId xmlns:a16="http://schemas.microsoft.com/office/drawing/2014/main" id="{7EC5B79F-EFE1-455C-BAB9-710E3288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Randomness varies specific values — it doesn't replace the code's fixed rules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7">
            <a:extLst xmlns:a="http://schemas.openxmlformats.org/drawingml/2006/main">
              <a:ext uri="{FF2B5EF4-FFF2-40B4-BE49-F238E27FC236}">
                <a16:creationId xmlns:a16="http://schemas.microsoft.com/office/drawing/2014/main" id="{E8AB175C-891F-4821-9CB4-7339433D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7">
            <a:extLst xmlns:a="http://schemas.openxmlformats.org/drawingml/2006/main">
              <a:ext uri="{FF2B5EF4-FFF2-40B4-BE49-F238E27FC236}">
                <a16:creationId xmlns:a16="http://schemas.microsoft.com/office/drawing/2014/main" id="{1AA81469-B99B-4952-987C-0ADC48B7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7">
            <a:extLst xmlns:a="http://schemas.openxmlformats.org/drawingml/2006/main">
              <a:ext uri="{FF2B5EF4-FFF2-40B4-BE49-F238E27FC236}">
                <a16:creationId xmlns:a16="http://schemas.microsoft.com/office/drawing/2014/main" id="{3B0D227E-CDAB-4723-B6FB-B57ED1AA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1064240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>
            <a:extLst xmlns:a="http://schemas.openxmlformats.org/drawingml/2006/main">
              <a:ext uri="{FF2B5EF4-FFF2-40B4-BE49-F238E27FC236}">
                <a16:creationId xmlns:a16="http://schemas.microsoft.com/office/drawing/2014/main" id="{85DF2F49-2F82-402B-B111-08EAA8D5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56232"/>
            <a:ext cx="10515600" cy="859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1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Stays fixed, every run: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loop count (6), which parameters are random at all, the bounds on each range, the shape being drawn, the color convention.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7">
            <a:extLst xmlns:a="http://schemas.openxmlformats.org/drawingml/2006/main">
              <a:ext uri="{FF2B5EF4-FFF2-40B4-BE49-F238E27FC236}">
                <a16:creationId xmlns:a16="http://schemas.microsoft.com/office/drawing/2014/main" id="{0012ED53-7F3D-4DA7-9BFA-656839E2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17520"/>
            <a:ext cx="11064240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>
            <a:extLst xmlns:a="http://schemas.openxmlformats.org/drawingml/2006/main">
              <a:ext uri="{FF2B5EF4-FFF2-40B4-BE49-F238E27FC236}">
                <a16:creationId xmlns:a16="http://schemas.microsoft.com/office/drawing/2014/main" id="{367FC634-C14C-45C9-9EC0-E8F0C0BC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82112"/>
            <a:ext cx="10515600" cy="859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1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Can vary between runs: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the values random() returns, and any values calculated from them — here, that means x and 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p7">
            <a:extLst xmlns:a="http://schemas.openxmlformats.org/drawingml/2006/main">
              <a:ext uri="{FF2B5EF4-FFF2-40B4-BE49-F238E27FC236}">
                <a16:creationId xmlns:a16="http://schemas.microsoft.com/office/drawing/2014/main" id="{298D64DB-B23F-4E35-B02D-E38A76A8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1106424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>
            <a:extLst xmlns:a="http://schemas.openxmlformats.org/drawingml/2006/main">
              <a:ext uri="{FF2B5EF4-FFF2-40B4-BE49-F238E27FC236}">
                <a16:creationId xmlns:a16="http://schemas.microsoft.com/office/drawing/2014/main" id="{83F63DA7-7E7F-4D34-96F9-41BF1363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99432"/>
            <a:ext cx="10607040" cy="1115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Regenerating changes values that depend on randomness; the fixed rules in the code remain the same. Random variation happens within a structure the code still controls — that structure is what "the intended overall structure" means in this lesson's syllabus text.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7">
            <a:extLst xmlns:a="http://schemas.openxmlformats.org/drawingml/2006/main">
              <a:ext uri="{FF2B5EF4-FFF2-40B4-BE49-F238E27FC236}">
                <a16:creationId xmlns:a16="http://schemas.microsoft.com/office/drawing/2014/main" id="{B1AEC52A-068A-4A9F-AF3D-A51D03FA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7">
            <a:extLst xmlns:a="http://schemas.openxmlformats.org/drawingml/2006/main">
              <a:ext uri="{FF2B5EF4-FFF2-40B4-BE49-F238E27FC236}">
                <a16:creationId xmlns:a16="http://schemas.microsoft.com/office/drawing/2014/main" id="{C70DD6A7-72D5-4BC6-BC7C-194265C9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90330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8">
            <a:extLst xmlns:a="http://schemas.openxmlformats.org/drawingml/2006/main">
              <a:ext uri="{FF2B5EF4-FFF2-40B4-BE49-F238E27FC236}">
                <a16:creationId xmlns:a16="http://schemas.microsoft.com/office/drawing/2014/main" id="{D3259805-0423-4199-8991-B4DAEA80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Turn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8">
            <a:extLst xmlns:a="http://schemas.openxmlformats.org/drawingml/2006/main">
              <a:ext uri="{FF2B5EF4-FFF2-40B4-BE49-F238E27FC236}">
                <a16:creationId xmlns:a16="http://schemas.microsoft.com/office/drawing/2014/main" id="{7A93FBC0-EBE4-4DE6-9544-754559F8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Design what varies and what doesn't — then verify by re-running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8">
            <a:extLst xmlns:a="http://schemas.openxmlformats.org/drawingml/2006/main">
              <a:ext uri="{FF2B5EF4-FFF2-40B4-BE49-F238E27FC236}">
                <a16:creationId xmlns:a16="http://schemas.microsoft.com/office/drawing/2014/main" id="{10269A95-97A3-4AC5-80CC-9124ECE6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8">
            <a:extLst xmlns:a="http://schemas.openxmlformats.org/drawingml/2006/main">
              <a:ext uri="{FF2B5EF4-FFF2-40B4-BE49-F238E27FC236}">
                <a16:creationId xmlns:a16="http://schemas.microsoft.com/office/drawing/2014/main" id="{288837A2-7277-4B5D-9D42-B485205C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8">
            <a:extLst xmlns:a="http://schemas.openxmlformats.org/drawingml/2006/main">
              <a:ext uri="{FF2B5EF4-FFF2-40B4-BE49-F238E27FC236}">
                <a16:creationId xmlns:a16="http://schemas.microsoft.com/office/drawing/2014/main" id="{B6227A86-C59F-4B0D-B0D4-E5F728C3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283464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>
            <a:extLst xmlns:a="http://schemas.openxmlformats.org/drawingml/2006/main">
              <a:ext uri="{FF2B5EF4-FFF2-40B4-BE49-F238E27FC236}">
                <a16:creationId xmlns:a16="http://schemas.microsoft.com/office/drawing/2014/main" id="{996737FD-AC3C-4A75-B417-A5869D25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Construct It Yourself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8">
            <a:extLst xmlns:a="http://schemas.openxmlformats.org/drawingml/2006/main">
              <a:ext uri="{FF2B5EF4-FFF2-40B4-BE49-F238E27FC236}">
                <a16:creationId xmlns:a16="http://schemas.microsoft.com/office/drawing/2014/main" id="{890F99C1-857E-40DF-A860-054B3B35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0552"/>
            <a:ext cx="10607040" cy="2167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Build a program that draws 8 shapes where: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• size varies randomly from 20 up to but not including 50 (random integer sizes 20-49)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• every shape is perfectly evenly spaced along one row — position must NOT be random.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 decide the exact spacing rule and starting x. This means coordinating a loop, a fixed position formula, AND one random parameter in the same program — on purpose, not by accident.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8">
            <a:extLst xmlns:a="http://schemas.openxmlformats.org/drawingml/2006/main">
              <a:ext uri="{FF2B5EF4-FFF2-40B4-BE49-F238E27FC236}">
                <a16:creationId xmlns:a16="http://schemas.microsoft.com/office/drawing/2014/main" id="{2BFB9808-22AC-42E2-96A8-037965A1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1106424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>
            <a:extLst xmlns:a="http://schemas.openxmlformats.org/drawingml/2006/main">
              <a:ext uri="{FF2B5EF4-FFF2-40B4-BE49-F238E27FC236}">
                <a16:creationId xmlns:a16="http://schemas.microsoft.com/office/drawing/2014/main" id="{0424A396-32B2-4883-A1E1-D3B30D8A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8231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Then verify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p8">
            <a:extLst xmlns:a="http://schemas.openxmlformats.org/drawingml/2006/main">
              <a:ext uri="{FF2B5EF4-FFF2-40B4-BE49-F238E27FC236}">
                <a16:creationId xmlns:a16="http://schemas.microsoft.com/office/drawing/2014/main" id="{A94BF68B-961E-4689-9E72-E8F4E99E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48072"/>
            <a:ext cx="1060704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Run your program 3 times. In your own words, write down exactly what varied each time and exactly what stayed identical. If the shapes' x positions or centre points change between runs, that's a sign something is random that shouldn't be.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p8">
            <a:extLst xmlns:a="http://schemas.openxmlformats.org/drawingml/2006/main">
              <a:ext uri="{FF2B5EF4-FFF2-40B4-BE49-F238E27FC236}">
                <a16:creationId xmlns:a16="http://schemas.microsoft.com/office/drawing/2014/main" id="{C511027C-D436-4CB5-B002-01D32FF5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8">
            <a:extLst xmlns:a="http://schemas.openxmlformats.org/drawingml/2006/main">
              <a:ext uri="{FF2B5EF4-FFF2-40B4-BE49-F238E27FC236}">
                <a16:creationId xmlns:a16="http://schemas.microsoft.com/office/drawing/2014/main" id="{4F56646E-34BB-4274-9BCF-ED7BCBA1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14591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9">
            <a:extLst xmlns:a="http://schemas.openxmlformats.org/drawingml/2006/main">
              <a:ext uri="{FF2B5EF4-FFF2-40B4-BE49-F238E27FC236}">
                <a16:creationId xmlns:a16="http://schemas.microsoft.com/office/drawing/2014/main" id="{89324E84-0C80-4EF1-8066-12B85631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Recap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" name="Google Shape;125;p9">
            <a:extLst xmlns:a="http://schemas.openxmlformats.org/drawingml/2006/main">
              <a:ext uri="{FF2B5EF4-FFF2-40B4-BE49-F238E27FC236}">
                <a16:creationId xmlns:a16="http://schemas.microsoft.com/office/drawing/2014/main" id="{9679FD68-0D18-4048-90CE-C7BE6C0A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B2.3 complete — what carries forward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6" name="Google Shape;126;p9">
            <a:extLst xmlns:a="http://schemas.openxmlformats.org/drawingml/2006/main">
              <a:ext uri="{FF2B5EF4-FFF2-40B4-BE49-F238E27FC236}">
                <a16:creationId xmlns:a16="http://schemas.microsoft.com/office/drawing/2014/main" id="{B920EC6E-6794-4A56-BBD8-E0EBBF12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7" name="Google Shape;127;p9">
            <a:extLst xmlns:a="http://schemas.openxmlformats.org/drawingml/2006/main">
              <a:ext uri="{FF2B5EF4-FFF2-40B4-BE49-F238E27FC236}">
                <a16:creationId xmlns:a16="http://schemas.microsoft.com/office/drawing/2014/main" id="{AD4468BD-D3C6-4FA3-8AC1-8C3A21E2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8" name="Google Shape;128;p9">
            <a:extLst xmlns:a="http://schemas.openxmlformats.org/drawingml/2006/main">
              <a:ext uri="{FF2B5EF4-FFF2-40B4-BE49-F238E27FC236}">
                <a16:creationId xmlns:a16="http://schemas.microsoft.com/office/drawing/2014/main" id="{C881CB74-18FF-493F-8777-0B680B41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3949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>
            <a:extLst xmlns:a="http://schemas.openxmlformats.org/drawingml/2006/main">
              <a:ext uri="{FF2B5EF4-FFF2-40B4-BE49-F238E27FC236}">
                <a16:creationId xmlns:a16="http://schemas.microsoft.com/office/drawing/2014/main" id="{DE5A36AD-1C70-49EB-AEF8-CF67359A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0195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" name="Google Shape;130;p9">
            <a:extLst xmlns:a="http://schemas.openxmlformats.org/drawingml/2006/main">
              <a:ext uri="{FF2B5EF4-FFF2-40B4-BE49-F238E27FC236}">
                <a16:creationId xmlns:a16="http://schemas.microsoft.com/office/drawing/2014/main" id="{BE1F2F6B-0FD2-440E-B9FA-2B1A7216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67712"/>
            <a:ext cx="4937760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Randomness varies specific chosen values within bounds you control — it never replaces the structure the rest of the code still enforces. "Controlled" was the operative word all along.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1" name="Google Shape;131;p9">
            <a:extLst xmlns:a="http://schemas.openxmlformats.org/drawingml/2006/main">
              <a:ext uri="{FF2B5EF4-FFF2-40B4-BE49-F238E27FC236}">
                <a16:creationId xmlns:a16="http://schemas.microsoft.com/office/drawing/2014/main" id="{97988DD2-BFD4-482C-979D-B20331AC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37360"/>
            <a:ext cx="53949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">
            <a:extLst xmlns:a="http://schemas.openxmlformats.org/drawingml/2006/main">
              <a:ext uri="{FF2B5EF4-FFF2-40B4-BE49-F238E27FC236}">
                <a16:creationId xmlns:a16="http://schemas.microsoft.com/office/drawing/2014/main" id="{240E98DD-335C-4EB2-BB55-50CBCF6D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0195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Next lesson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3" name="Google Shape;133;p9">
            <a:extLst xmlns:a="http://schemas.openxmlformats.org/drawingml/2006/main">
              <a:ext uri="{FF2B5EF4-FFF2-40B4-BE49-F238E27FC236}">
                <a16:creationId xmlns:a16="http://schemas.microsoft.com/office/drawing/2014/main" id="{B0793CC0-BD22-433E-A14E-CF5386A0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67712"/>
            <a:ext cx="4937760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B2.4 introduces conditions — rules that change appearance or behavior. Combined with what you've just learned, a condition could even react to a random value.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4" name="Google Shape;134;p9">
            <a:extLst xmlns:a="http://schemas.openxmlformats.org/drawingml/2006/main">
              <a:ext uri="{FF2B5EF4-FFF2-40B4-BE49-F238E27FC236}">
                <a16:creationId xmlns:a16="http://schemas.microsoft.com/office/drawing/2014/main" id="{A40A7272-ADE1-4963-8FDF-488DA492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11064240" cy="146304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>
            <a:extLst xmlns:a="http://schemas.openxmlformats.org/drawingml/2006/main">
              <a:ext uri="{FF2B5EF4-FFF2-40B4-BE49-F238E27FC236}">
                <a16:creationId xmlns:a16="http://schemas.microsoft.com/office/drawing/2014/main" id="{060649B6-F39E-4D98-A0A1-A5A1421E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99432"/>
            <a:ext cx="10515600" cy="1133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random(low, high) + (int) cast: the mechanism.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Choosing bounds deliberately, and knowing what stays fixed across runs: the design skill.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" name="Google Shape;136;p9">
            <a:extLst xmlns:a="http://schemas.openxmlformats.org/drawingml/2006/main">
              <a:ext uri="{FF2B5EF4-FFF2-40B4-BE49-F238E27FC236}">
                <a16:creationId xmlns:a16="http://schemas.microsoft.com/office/drawing/2014/main" id="{DC4F4F08-A5F8-4BC1-8A63-05B02344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" name="Google Shape;137;p9">
            <a:extLst xmlns:a="http://schemas.openxmlformats.org/drawingml/2006/main">
              <a:ext uri="{FF2B5EF4-FFF2-40B4-BE49-F238E27FC236}">
                <a16:creationId xmlns:a16="http://schemas.microsoft.com/office/drawing/2014/main" id="{A3146622-C64E-404C-A523-94BB39CE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951960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2026-08-29T05:48:56.5060000Z</dcterms:created>
  <dcterms:modified xsi:type="dcterms:W3CDTF">2026-08-29T05:48:56.5060000Z</dcterms:modified>
</coreProperties>
</file>